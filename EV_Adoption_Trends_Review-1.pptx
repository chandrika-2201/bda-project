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60" r:id="rId6"/>
    <p:sldId id="261" r:id="rId7"/>
    <p:sldId id="259" r:id="rId8"/>
    <p:sldId id="262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059531"/>
            <a:ext cx="9211112" cy="17526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 Adoption Trends and Charging Station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xmlns="" id="{21952941-E167-483F-9CA1-4F52891D62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590256" y="-678956"/>
            <a:ext cx="2553744" cy="1898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0AABC583-A47A-E0C8-7BDB-CDCDF271FD03}"/>
              </a:ext>
            </a:extLst>
          </p:cNvPr>
          <p:cNvSpPr txBox="1"/>
          <p:nvPr/>
        </p:nvSpPr>
        <p:spPr>
          <a:xfrm>
            <a:off x="1738971" y="2936147"/>
            <a:ext cx="6180236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Course:- DATA WAREHOUSE AND MINING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Code:-</a:t>
            </a:r>
            <a:r>
              <a:rPr lang="en-IN" dirty="0"/>
              <a:t>23DSB3303R</a:t>
            </a:r>
          </a:p>
          <a:p>
            <a:pPr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Details:</a:t>
            </a:r>
          </a:p>
          <a:p>
            <a:pPr>
              <a:lnSpc>
                <a:spcPct val="10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2320030106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2320030118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2320030283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2320030323</a:t>
            </a:r>
          </a:p>
          <a:p>
            <a:pPr>
              <a:lnSpc>
                <a:spcPct val="10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Despite rapid EV growth, charging infrastructure remains unevenly distributed across regions.</a:t>
            </a:r>
          </a:p>
          <a:p>
            <a:r>
              <a:rPr dirty="0"/>
              <a:t>This creates range anxiety and limits mass adoption.</a:t>
            </a:r>
          </a:p>
          <a:p>
            <a:r>
              <a:rPr dirty="0"/>
              <a:t>There is a need for a data-driven system to analyze EV adoption trends and optimize charging station locations.</a:t>
            </a:r>
          </a:p>
        </p:txBody>
      </p:sp>
      <p:pic>
        <p:nvPicPr>
          <p:cNvPr id="1028" name="Picture 4" descr="420+ Problem Statement Icon Stock Illustrations, Royalty ...">
            <a:extLst>
              <a:ext uri="{FF2B5EF4-FFF2-40B4-BE49-F238E27FC236}">
                <a16:creationId xmlns:a16="http://schemas.microsoft.com/office/drawing/2014/main" xmlns="" id="{BC735402-B953-1D59-BC38-B95CB0647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271158" y="98571"/>
            <a:ext cx="1872842" cy="1872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920" y="1516310"/>
            <a:ext cx="4626528" cy="44398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1. Collect and clean EV registration and charging datasets.</a:t>
            </a:r>
          </a:p>
          <a:p>
            <a:pPr marL="0" indent="0">
              <a:buNone/>
            </a:pPr>
            <a:r>
              <a:rPr sz="2400" dirty="0"/>
              <a:t>2. Analyze temporal and geographical EV adoption trends.</a:t>
            </a:r>
          </a:p>
          <a:p>
            <a:pPr marL="0" indent="0">
              <a:buNone/>
            </a:pPr>
            <a:r>
              <a:rPr sz="2400" dirty="0"/>
              <a:t>3. Evaluate infrastructure adequacy across states.</a:t>
            </a:r>
          </a:p>
          <a:p>
            <a:pPr marL="0" indent="0">
              <a:buNone/>
            </a:pPr>
            <a:r>
              <a:rPr sz="2400" dirty="0"/>
              <a:t>4. Identify underserved areas using optimization models.</a:t>
            </a:r>
          </a:p>
          <a:p>
            <a:pPr marL="0" indent="0">
              <a:buNone/>
            </a:pPr>
            <a:r>
              <a:rPr sz="2400" dirty="0"/>
              <a:t>5. Visualize insights through Power BI dashboards.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C450EAFD-F700-8208-BADE-0710C8517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62275" y="1204605"/>
            <a:ext cx="5276676" cy="4944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00627E-4967-028C-9B3D-8E45CA475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 Proposed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457C28E-DE0B-9CAC-CEA2-901514CF4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65214"/>
            <a:ext cx="8229600" cy="491814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Data Pipeline: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 EV registration and charging station data from NITI Aayog, VAHAN, and other public sources into a unified dataset.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Data Cleaning: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Standardize state names, handle missing values, and validate charger locations using Python (Pandas, NumPy).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&amp; Coverage Analysis: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 temporal and geographical analysis to identify EV growth patterns and infrastructure gaps.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Model: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 optimal charging station locations using analytical models like K-Means or p-Median based on EV density and charger scarcity.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Visualization: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Power BI dashboard showing adoption trends, charger distribution, and underserved regions for better decision-making.</a:t>
            </a:r>
          </a:p>
        </p:txBody>
      </p:sp>
      <p:pic>
        <p:nvPicPr>
          <p:cNvPr id="5125" name="Picture 5" descr="Solution Logo Vector Art, Icons, and Graphics for Free Download">
            <a:extLst>
              <a:ext uri="{FF2B5EF4-FFF2-40B4-BE49-F238E27FC236}">
                <a16:creationId xmlns:a16="http://schemas.microsoft.com/office/drawing/2014/main" xmlns="" id="{36841DCB-23AE-C6F1-B5A3-6193D1C6E5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197055" y="60471"/>
            <a:ext cx="1905000" cy="1533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999312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 descr="Solution - Free marketing icons">
            <a:extLst>
              <a:ext uri="{FF2B5EF4-FFF2-40B4-BE49-F238E27FC236}">
                <a16:creationId xmlns:a16="http://schemas.microsoft.com/office/drawing/2014/main" xmlns="" id="{5E32E08A-D74E-4E5B-205C-F8662B5D6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212854" y="78086"/>
            <a:ext cx="2124092" cy="1469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Existing S</a:t>
            </a:r>
            <a:r>
              <a:rPr lang="en-IN" dirty="0" err="1"/>
              <a:t>olutions</a:t>
            </a:r>
            <a:endParaRPr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7457C28E-DE0B-9CAC-CEA2-901514CF4B88}"/>
              </a:ext>
            </a:extLst>
          </p:cNvPr>
          <p:cNvSpPr txBox="1">
            <a:spLocks/>
          </p:cNvSpPr>
          <p:nvPr/>
        </p:nvSpPr>
        <p:spPr>
          <a:xfrm>
            <a:off x="528506" y="1547768"/>
            <a:ext cx="8158294" cy="5035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NITI Aayog Reports: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state-wise EV adoption statistics and national policy insights but lack granular, location-based charger distribution data.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VAHAN Portal: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Offers detailed EV registration records but does not integrate with charging infrastructure information or trend analysis tools.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FAME-II Dashboard: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Tracks government-funded charging stations under the subsidy scheme but excludes private and OMC-installed chargers.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Studies: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Many academic works analyze EV growth or optimize charging placement, but they focus on limited regions or static datasets.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Identified: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systems operate in isolation — there is no comprehensive, data-driven framework that combines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 adoption trends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charger availability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guide infrastructure expansion.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Tools &amp; Technologies</a:t>
            </a:r>
            <a:r>
              <a:rPr lang="en-IN" dirty="0"/>
              <a:t> Used</a:t>
            </a:r>
            <a:endParaRPr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xmlns="" id="{7DB61D03-65FA-5953-E134-FDE173B39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10873" y="913876"/>
            <a:ext cx="7122253" cy="560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Project Working</a:t>
            </a:r>
            <a:endParaRPr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xmlns="" id="{D156F89B-B7D2-90C5-6486-9050E3A05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40235" y="1143000"/>
            <a:ext cx="7290033" cy="5440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Work Done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Created synthetic EV adoption dataset (2020–2024)</a:t>
            </a:r>
          </a:p>
          <a:p>
            <a:r>
              <a:rPr dirty="0"/>
              <a:t>Integrated NITI Aayog charging data</a:t>
            </a:r>
          </a:p>
          <a:p>
            <a:r>
              <a:rPr dirty="0"/>
              <a:t>Performed EDA and trend visualization in </a:t>
            </a:r>
            <a:r>
              <a:rPr dirty="0" err="1"/>
              <a:t>Colab</a:t>
            </a:r>
            <a:endParaRPr dirty="0"/>
          </a:p>
          <a:p>
            <a:r>
              <a:rPr dirty="0"/>
              <a:t>Built Power BI prototype dashboard</a:t>
            </a:r>
          </a:p>
        </p:txBody>
      </p:sp>
      <p:pic>
        <p:nvPicPr>
          <p:cNvPr id="8194" name="Picture 2" descr="Work completed Vector Icons free download in SVG, PNG Format">
            <a:extLst>
              <a:ext uri="{FF2B5EF4-FFF2-40B4-BE49-F238E27FC236}">
                <a16:creationId xmlns:a16="http://schemas.microsoft.com/office/drawing/2014/main" xmlns="" id="{C039AF20-81EE-A09E-2510-372C9F137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433523" y="35552"/>
            <a:ext cx="1710477" cy="1621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5426"/>
            <a:ext cx="8229600" cy="4525963"/>
          </a:xfrm>
        </p:spPr>
        <p:txBody>
          <a:bodyPr/>
          <a:lstStyle/>
          <a:p>
            <a:r>
              <a:rPr dirty="0"/>
              <a:t>Limited access to real EV registration data</a:t>
            </a:r>
          </a:p>
          <a:p>
            <a:r>
              <a:rPr dirty="0"/>
              <a:t>Inconsistent state naming formats</a:t>
            </a:r>
          </a:p>
          <a:p>
            <a:r>
              <a:rPr dirty="0"/>
              <a:t>Missing geolocation details for many charging stations</a:t>
            </a:r>
          </a:p>
          <a:p>
            <a:r>
              <a:rPr dirty="0"/>
              <a:t>Balancing real and synthetic datasets for prototyping</a:t>
            </a:r>
          </a:p>
        </p:txBody>
      </p:sp>
      <p:pic>
        <p:nvPicPr>
          <p:cNvPr id="9218" name="Picture 2" descr="challenge concept line icon. Simple element illustration. challenge concept  outline symbol design. 35395941 Vector Art at Vecteezy">
            <a:extLst>
              <a:ext uri="{FF2B5EF4-FFF2-40B4-BE49-F238E27FC236}">
                <a16:creationId xmlns:a16="http://schemas.microsoft.com/office/drawing/2014/main" xmlns="" id="{F84DD68E-2BC8-2253-EB97-0D77B883D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570677" y="176169"/>
            <a:ext cx="2573323" cy="1568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44149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Our analysis highlights uneven EV infrastructure distribution across states.</a:t>
            </a:r>
          </a:p>
          <a:p>
            <a:r>
              <a:rPr dirty="0"/>
              <a:t>Identified underserved regions for new charging stations.</a:t>
            </a:r>
          </a:p>
          <a:p>
            <a:endParaRPr dirty="0"/>
          </a:p>
          <a:p>
            <a:r>
              <a:rPr dirty="0"/>
              <a:t>Future Work:</a:t>
            </a:r>
          </a:p>
          <a:p>
            <a:pPr lvl="1"/>
            <a:r>
              <a:rPr dirty="0"/>
              <a:t> Integrate live VAHAN API data.</a:t>
            </a:r>
          </a:p>
          <a:p>
            <a:pPr lvl="1"/>
            <a:r>
              <a:rPr dirty="0"/>
              <a:t> Implement optimization models (p-median / location-allocation).</a:t>
            </a:r>
          </a:p>
          <a:p>
            <a:pPr lvl="1"/>
            <a:r>
              <a:rPr dirty="0"/>
              <a:t> Deploy interactive web dashboard.</a:t>
            </a:r>
          </a:p>
        </p:txBody>
      </p:sp>
      <p:pic>
        <p:nvPicPr>
          <p:cNvPr id="10242" name="Picture 2" descr="Conclusion - Free technology icons">
            <a:extLst>
              <a:ext uri="{FF2B5EF4-FFF2-40B4-BE49-F238E27FC236}">
                <a16:creationId xmlns:a16="http://schemas.microsoft.com/office/drawing/2014/main" xmlns="" id="{0363782E-E949-4879-1DBA-C42D5851CC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87361" y="154796"/>
            <a:ext cx="2195119" cy="1526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441</Words>
  <Application>Microsoft Office PowerPoint</Application>
  <PresentationFormat>On-screen Show (4:3)</PresentationFormat>
  <Paragraphs>50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EV Adoption Trends and Charging Station Optimization</vt:lpstr>
      <vt:lpstr>Problem Statement</vt:lpstr>
      <vt:lpstr>Objectives</vt:lpstr>
      <vt:lpstr>Solution Proposed</vt:lpstr>
      <vt:lpstr>Existing Solutions</vt:lpstr>
      <vt:lpstr>Tools &amp; Technologies Used</vt:lpstr>
      <vt:lpstr>Project Working</vt:lpstr>
      <vt:lpstr>Work Done So Far</vt:lpstr>
      <vt:lpstr>Challenges Faced</vt:lpstr>
      <vt:lpstr>Conclusion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 Adoption Trends and Charging Station Optimization</dc:title>
  <dc:subject/>
  <dc:creator>Achyut anand</dc:creator>
  <cp:keywords/>
  <dc:description>generated using python-pptx</dc:description>
  <cp:lastModifiedBy>M shiva</cp:lastModifiedBy>
  <cp:revision>7</cp:revision>
  <dcterms:created xsi:type="dcterms:W3CDTF">2013-01-27T09:14:16Z</dcterms:created>
  <dcterms:modified xsi:type="dcterms:W3CDTF">2026-04-09T14:43:18Z</dcterms:modified>
  <cp:category/>
</cp:coreProperties>
</file>